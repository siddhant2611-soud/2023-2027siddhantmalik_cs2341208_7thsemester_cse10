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4D"/>
                </a:solidFill>
              </a:rPr>
              <a:t>INTERNSHIP REPORT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Glitz Events India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6"/>
                </a:solidFill>
              </a:rPr>
              <a:t>Premium Event Management | Creative Lead (Intern)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Siddhant Malik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B.Tech CSE, IILM University, Greater Noida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June 2026 to present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THE ORGANIZATION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Glitz Events India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Luxury weddings, corporate events and grand celebrations. Founded in 2024 and based in Greater Noida (West), Uttar Pradesh.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840480" cy="11887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“Events that Glitz, Memories that Shine”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</a:rPr>
              <a:t>Services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Event planning and execution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Thematic decor and styling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Entertainment and celebrity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Venue scouting and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Catering and hospitality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Photography and videography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HOW EVERY EVENT RUNS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Five-Step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4813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1719072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Consultation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8036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Understand the client's vision and style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1554480"/>
            <a:ext cx="14813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1719072"/>
            <a:ext cx="548640" cy="54864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42616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Concept &amp; Budgeting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88036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Creative themes within a realistic budget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03904" y="1554480"/>
            <a:ext cx="14813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1719072"/>
            <a:ext cx="548640" cy="54864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024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Planning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88036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Logistics and vendor coordination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31536" y="1554480"/>
            <a:ext cx="14813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719072"/>
            <a:ext cx="548640" cy="54864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22976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Execution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41264" y="288036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On-ground management with precise timing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9168" y="1554480"/>
            <a:ext cx="14813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5512" y="1719072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2551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Wrap-up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68896" y="288036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Review, feedback and client satisfaction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Gold steps (2 to 4) are where my creative work mainly fit.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ROLES &amp; RESPONSIBILITIES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Role: Creative Lead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Concept Development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Themes and ideas based on the client's brief, occasion and budget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Decor &amp; Styling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Look and feel of stages, entrances and key spaces; colours and materials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Team Coordination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Guiding the team so everyone works toward one visual idea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0896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Vendor Coordination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Working with decorators, designers and vendors to deliver the plan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10896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On-ground Execution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Supervising setup, checking details, solving last-minute issues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108960"/>
            <a:ext cx="25603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Client Support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Presenting ideas, taking feedback, keeping the concept intact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ALMOST ALL RECENT EVENTS SINCE JUNE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During the Internship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8745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Pre-event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1600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Understand the client, then turn the brief into a theme, colour palette and decor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463040"/>
            <a:ext cx="18745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Planning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65960"/>
            <a:ext cx="1600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Decor requirements, vendor coordination, setup schedule, clear team responsibilities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463040"/>
            <a:ext cx="18745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Event 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65960"/>
            <a:ext cx="1600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Supervise setup, stage and entrance decor, lighting, styling, and team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463040"/>
            <a:ext cx="1874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463040"/>
            <a:ext cx="18745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Post-event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965960"/>
            <a:ext cx="1600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Review what worked, client feedback and team observations for the next event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Every event followed the same loop: idea, plan, execute, review.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WHAT I TOOK AWAY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39319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Creative &amp; professional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Turning client ideas into clear visual concepts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How decor, lighting, colour and layout shape atmosphere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Managing budget and time without losing quality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The full event workflow, start to finish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3931920" cy="64008"/>
          </a:xfrm>
          <a:prstGeom prst="rect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Soft skills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116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Leadership: guiding a team, taking ownership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Communication with clients, vendors and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Problem solving under last-minute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Adaptability across events, clients and venues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Creativity only works when it is backed by planning and discipline.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D"/>
                </a:solidFill>
              </a:rPr>
              <a:t>WRAPPING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Conclusion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I handled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Tight deadlines, last-minute changes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Backup options ready, instant team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Big ideas, limited budget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Kept high-impact elements, simplified the 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Many people and vendors at once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Clear schedules and regular follow-ups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Event-day pressure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</a:rPr>
                        <a:t>Stayed calm, prioritized, solved step by 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8046720" cy="1234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33756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practical, confidence-building experience. I learned to lead a team, deliver under pressure and turn creative ideas into real events. Thank you, Glitz Events India and IILM University.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- Glitz Events India</dc:title>
  <dc:subject>PptxGenJS Presentation</dc:subject>
  <dc:creator>Siddhant Malik</dc:creator>
  <cp:lastModifiedBy>Siddhant Malik</cp:lastModifiedBy>
  <cp:revision>1</cp:revision>
  <dcterms:created xsi:type="dcterms:W3CDTF">2026-10-20T10:50:48Z</dcterms:created>
  <dcterms:modified xsi:type="dcterms:W3CDTF">2026-10-20T10:50:48Z</dcterms:modified>
</cp:coreProperties>
</file>